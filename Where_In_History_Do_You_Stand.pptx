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BJEuz6YLcxGLtCpkb8mm2utrG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9E07E3-8103-4244-91E7-9E94F3E92759}">
  <a:tblStyle styleId="{C79E07E3-8103-4244-91E7-9E94F3E9275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0" y="47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{C79E07E3-8103-4244-91E7-9E94F3E92759}</a:tableStyleId>
              </a:tblPr>
              <a:tblGrid>
                <a:gridCol w="766825"/>
                <a:gridCol w="4752000"/>
                <a:gridCol w="1176450"/>
                <a:gridCol w="5472000"/>
              </a:tblGrid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70C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Your parents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20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👑 Tudors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70C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Your grandparents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30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💣 World War 2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40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🏰 Norman conquest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50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/>
                        <a:t>🛶</a:t>
                      </a: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Vikings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60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en-GB" sz="3200" u="none" cap="none" strike="noStrike"/>
                        <a:t>⚒️ </a:t>
                      </a: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Anglo Saxons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70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t/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🚂 Victorians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80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🦅 Romans reach Britain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90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Verdana"/>
                        <a:buNone/>
                      </a:pPr>
                      <a:r>
                        <a:rPr lang="en-GB" sz="32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100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🏛️ Ancient Greece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🏭 First factories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…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180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Verdana"/>
                        <a:buNone/>
                      </a:pPr>
                      <a:r>
                        <a:rPr b="0" i="0" lang="en-GB" sz="3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🔺 Great Pyramids built</a:t>
                      </a:r>
                      <a:endParaRPr sz="3200" u="none" cap="none" strike="noStrike"/>
                    </a:p>
                  </a:txBody>
                  <a:tcPr marT="45725" marB="45725" marR="45725" marL="457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5" name="Google Shape;85;p1"/>
          <p:cNvCxnSpPr/>
          <p:nvPr/>
        </p:nvCxnSpPr>
        <p:spPr>
          <a:xfrm>
            <a:off x="5454868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2025-08-27T16:07:22Z</dcterms:created>
  <dc:creator>Craig Haffey</dc:creator>
</cp:coreProperties>
</file>